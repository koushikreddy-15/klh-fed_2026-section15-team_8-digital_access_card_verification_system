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ddam koushik reddy" userId="f1011caeebf4f0ad" providerId="LiveId" clId="{50FDF9DA-9A1E-4A14-8F74-886B6BFDCE87}"/>
    <pc:docChg chg="addSld delSld">
      <pc:chgData name="Gaddam koushik reddy" userId="f1011caeebf4f0ad" providerId="LiveId" clId="{50FDF9DA-9A1E-4A14-8F74-886B6BFDCE87}" dt="2026-09-12T01:40:53.421" v="33" actId="47"/>
      <pc:docMkLst>
        <pc:docMk/>
      </pc:docMkLst>
      <pc:sldChg chg="new del">
        <pc:chgData name="Gaddam koushik reddy" userId="f1011caeebf4f0ad" providerId="LiveId" clId="{50FDF9DA-9A1E-4A14-8F74-886B6BFDCE87}" dt="2026-09-12T01:40:47.493" v="17" actId="47"/>
        <pc:sldMkLst>
          <pc:docMk/>
          <pc:sldMk cId="1007877159" sldId="266"/>
        </pc:sldMkLst>
      </pc:sldChg>
      <pc:sldChg chg="new del">
        <pc:chgData name="Gaddam koushik reddy" userId="f1011caeebf4f0ad" providerId="LiveId" clId="{50FDF9DA-9A1E-4A14-8F74-886B6BFDCE87}" dt="2026-09-12T01:40:48.952" v="18" actId="47"/>
        <pc:sldMkLst>
          <pc:docMk/>
          <pc:sldMk cId="2369055191" sldId="267"/>
        </pc:sldMkLst>
      </pc:sldChg>
      <pc:sldChg chg="new del">
        <pc:chgData name="Gaddam koushik reddy" userId="f1011caeebf4f0ad" providerId="LiveId" clId="{50FDF9DA-9A1E-4A14-8F74-886B6BFDCE87}" dt="2026-09-12T01:40:49.583" v="19" actId="47"/>
        <pc:sldMkLst>
          <pc:docMk/>
          <pc:sldMk cId="95697076" sldId="268"/>
        </pc:sldMkLst>
      </pc:sldChg>
      <pc:sldChg chg="new del">
        <pc:chgData name="Gaddam koushik reddy" userId="f1011caeebf4f0ad" providerId="LiveId" clId="{50FDF9DA-9A1E-4A14-8F74-886B6BFDCE87}" dt="2026-09-12T01:40:49.904" v="20" actId="47"/>
        <pc:sldMkLst>
          <pc:docMk/>
          <pc:sldMk cId="1834610975" sldId="269"/>
        </pc:sldMkLst>
      </pc:sldChg>
      <pc:sldChg chg="new del">
        <pc:chgData name="Gaddam koushik reddy" userId="f1011caeebf4f0ad" providerId="LiveId" clId="{50FDF9DA-9A1E-4A14-8F74-886B6BFDCE87}" dt="2026-09-12T01:40:50.216" v="21" actId="47"/>
        <pc:sldMkLst>
          <pc:docMk/>
          <pc:sldMk cId="2461978567" sldId="270"/>
        </pc:sldMkLst>
      </pc:sldChg>
      <pc:sldChg chg="new del">
        <pc:chgData name="Gaddam koushik reddy" userId="f1011caeebf4f0ad" providerId="LiveId" clId="{50FDF9DA-9A1E-4A14-8F74-886B6BFDCE87}" dt="2026-09-12T01:40:50.492" v="22" actId="47"/>
        <pc:sldMkLst>
          <pc:docMk/>
          <pc:sldMk cId="1845559007" sldId="271"/>
        </pc:sldMkLst>
      </pc:sldChg>
      <pc:sldChg chg="new del">
        <pc:chgData name="Gaddam koushik reddy" userId="f1011caeebf4f0ad" providerId="LiveId" clId="{50FDF9DA-9A1E-4A14-8F74-886B6BFDCE87}" dt="2026-09-12T01:40:50.701" v="23" actId="47"/>
        <pc:sldMkLst>
          <pc:docMk/>
          <pc:sldMk cId="4090677350" sldId="272"/>
        </pc:sldMkLst>
      </pc:sldChg>
      <pc:sldChg chg="new del">
        <pc:chgData name="Gaddam koushik reddy" userId="f1011caeebf4f0ad" providerId="LiveId" clId="{50FDF9DA-9A1E-4A14-8F74-886B6BFDCE87}" dt="2026-09-12T01:40:50.952" v="24" actId="47"/>
        <pc:sldMkLst>
          <pc:docMk/>
          <pc:sldMk cId="3458702909" sldId="273"/>
        </pc:sldMkLst>
      </pc:sldChg>
      <pc:sldChg chg="new del">
        <pc:chgData name="Gaddam koushik reddy" userId="f1011caeebf4f0ad" providerId="LiveId" clId="{50FDF9DA-9A1E-4A14-8F74-886B6BFDCE87}" dt="2026-09-12T01:40:51.189" v="25" actId="47"/>
        <pc:sldMkLst>
          <pc:docMk/>
          <pc:sldMk cId="1489949059" sldId="274"/>
        </pc:sldMkLst>
      </pc:sldChg>
      <pc:sldChg chg="new del">
        <pc:chgData name="Gaddam koushik reddy" userId="f1011caeebf4f0ad" providerId="LiveId" clId="{50FDF9DA-9A1E-4A14-8F74-886B6BFDCE87}" dt="2026-09-12T01:40:51.414" v="26" actId="47"/>
        <pc:sldMkLst>
          <pc:docMk/>
          <pc:sldMk cId="2035833558" sldId="275"/>
        </pc:sldMkLst>
      </pc:sldChg>
      <pc:sldChg chg="new del">
        <pc:chgData name="Gaddam koushik reddy" userId="f1011caeebf4f0ad" providerId="LiveId" clId="{50FDF9DA-9A1E-4A14-8F74-886B6BFDCE87}" dt="2026-09-12T01:40:51.653" v="27" actId="47"/>
        <pc:sldMkLst>
          <pc:docMk/>
          <pc:sldMk cId="2055735944" sldId="276"/>
        </pc:sldMkLst>
      </pc:sldChg>
      <pc:sldChg chg="new del">
        <pc:chgData name="Gaddam koushik reddy" userId="f1011caeebf4f0ad" providerId="LiveId" clId="{50FDF9DA-9A1E-4A14-8F74-886B6BFDCE87}" dt="2026-09-12T01:40:51.890" v="28" actId="47"/>
        <pc:sldMkLst>
          <pc:docMk/>
          <pc:sldMk cId="3530469688" sldId="277"/>
        </pc:sldMkLst>
      </pc:sldChg>
      <pc:sldChg chg="new del">
        <pc:chgData name="Gaddam koushik reddy" userId="f1011caeebf4f0ad" providerId="LiveId" clId="{50FDF9DA-9A1E-4A14-8F74-886B6BFDCE87}" dt="2026-09-12T01:40:52.139" v="29" actId="47"/>
        <pc:sldMkLst>
          <pc:docMk/>
          <pc:sldMk cId="3719735096" sldId="278"/>
        </pc:sldMkLst>
      </pc:sldChg>
      <pc:sldChg chg="new del">
        <pc:chgData name="Gaddam koushik reddy" userId="f1011caeebf4f0ad" providerId="LiveId" clId="{50FDF9DA-9A1E-4A14-8F74-886B6BFDCE87}" dt="2026-09-12T01:40:52.565" v="30" actId="47"/>
        <pc:sldMkLst>
          <pc:docMk/>
          <pc:sldMk cId="716544561" sldId="279"/>
        </pc:sldMkLst>
      </pc:sldChg>
      <pc:sldChg chg="new del">
        <pc:chgData name="Gaddam koushik reddy" userId="f1011caeebf4f0ad" providerId="LiveId" clId="{50FDF9DA-9A1E-4A14-8F74-886B6BFDCE87}" dt="2026-09-12T01:40:52.836" v="31" actId="47"/>
        <pc:sldMkLst>
          <pc:docMk/>
          <pc:sldMk cId="2816166598" sldId="280"/>
        </pc:sldMkLst>
      </pc:sldChg>
      <pc:sldChg chg="new del">
        <pc:chgData name="Gaddam koushik reddy" userId="f1011caeebf4f0ad" providerId="LiveId" clId="{50FDF9DA-9A1E-4A14-8F74-886B6BFDCE87}" dt="2026-09-12T01:40:53.122" v="32" actId="47"/>
        <pc:sldMkLst>
          <pc:docMk/>
          <pc:sldMk cId="2096590783" sldId="281"/>
        </pc:sldMkLst>
      </pc:sldChg>
      <pc:sldChg chg="new del">
        <pc:chgData name="Gaddam koushik reddy" userId="f1011caeebf4f0ad" providerId="LiveId" clId="{50FDF9DA-9A1E-4A14-8F74-886B6BFDCE87}" dt="2026-09-12T01:40:53.421" v="33" actId="47"/>
        <pc:sldMkLst>
          <pc:docMk/>
          <pc:sldMk cId="2525686010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B0BB-5CC8-12B2-31AD-A65B10786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7DD11-50EB-1767-AF7E-BAA7E4BE8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4DDE0-4F47-F2D2-7710-BF1A9801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E408D-7D92-17CF-BFF9-DD235B74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BEEB-F4AA-6DA2-D264-9CDF8839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8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471C-E403-EECD-CD1D-496113EE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8FC8-7586-FBC2-E643-E37E0B588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E551-7F2C-E549-9280-212226DA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E5F0C-E07D-29EF-8146-2B8960E1C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1CBE-C1A4-DF88-29A1-1B852CCF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26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0743-F300-CE5D-0D02-6EA33CEF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B2416-F0C5-B043-7AE2-B9BE6B392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607D-C3FE-8DB7-7F42-E280B32B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4062C-BC1E-EA0E-33E8-0C1A196E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75994-8AA4-689D-3A35-77DD5553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37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83B8-1782-05A6-46BC-A1CE29CE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47DCC-DA9B-3AE0-319F-1C693C07F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C86FB-8612-43C9-8BDC-E4D142A71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01F49-9D6D-9761-159E-78A1C981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A6BB2-F7AD-D03E-C651-0B98E678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5CA98-3739-430D-A5DC-E6DC4C61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3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54C4-8A4B-375D-C04F-64B22A55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54B95-7DFD-A6B5-A7EC-80839DEC1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A0AFA-A3B4-15C3-609D-DFA684057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F76653-29F5-6A77-9076-F317CDA1D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B5DB00-C850-F453-F4C1-8B2F28A3F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B1E62-E09D-C7C8-F55E-B32C646D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221AD-8CD7-2959-C145-000FBD775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C435FD-B122-AA58-B25B-8FD3FAB6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85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A3944-7394-4AC3-1052-40A0BD47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157AA-9B99-94FB-15EF-AE84D0867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6F65-4C0B-759E-7A90-D65D2798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DF3D9-FEB8-B489-7E01-8A2C8EBE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98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BB9F02-3763-61DC-D001-27ACDB25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4DD2E-65F0-B96C-B295-8EFB1AA0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BC569-9364-E34F-4B73-1045088E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0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816B-1006-AFB5-7A0B-BF0A6F9F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3517E-4F9C-BB5E-A18F-F82F6F938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BF06F-4739-7FC5-CF7E-692B5D1CF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1C70F-5AE2-FFE0-167D-6332C9E1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94930-D348-2C49-32B1-AED6F808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88A1E-5BE2-6A26-DD17-6E58EFB1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69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9CE2-5848-336E-19E0-00B2B064B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1424C-FFA5-EE56-AE80-D1DB47AF0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E5185-BD19-15BC-E68E-8B448DA08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A8A04-3739-7328-4A45-62C87A5B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1F7DD-F290-CD83-0C64-70E8688A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B31DF-C778-7236-55CF-2BFAB938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61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603F-30F0-D464-0E70-FC36A432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765C5-FE11-2EA8-540F-5BF83BF72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0A143-1ADA-9AD8-AB85-9D1E23C5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B2121-0D4F-6527-8911-17BDBA84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4320E-ED72-1A76-F2CD-D206FD5E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013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A0332-92B2-5ABE-9096-AEDF129C5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A593A-351B-BD61-48DB-E40A6C08D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AC61F-CC30-4EC7-FFF9-3E39D4AF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34081-A732-AE34-9D6B-B45D25B9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06933-9F4C-1F0E-AFBB-64DDC910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73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9435E-6710-31C7-D7B9-D150A8D3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3F31A-55EF-DDDD-0DBB-8F19699AF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6362E-9930-BF9F-4BDF-F27460F10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F6677-DD2B-42C3-828B-9FEAEAE4CDF4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3A4B7-961B-74A8-DB8B-A8DA8C39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5B2E4-3F5F-7656-27F2-67E99C944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9F23A-B1DA-42B2-A01B-3DBE43302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2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335" y="0"/>
            <a:ext cx="402336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943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8FB8F5"/>
                </a:solidFill>
                <a:latin typeface="Calibri"/>
              </a:rPr>
              <a:t>DDCA SEM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0408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DESIGN AND SIMULATION OF</a:t>
            </a:r>
          </a:p>
          <a:p>
            <a:r>
              <a:rPr sz="3800" b="1">
                <a:solidFill>
                  <a:srgbClr val="FFFFFF"/>
                </a:solidFill>
                <a:latin typeface="Calibri"/>
              </a:rPr>
              <a:t>DIGITAL ACCESS CARD</a:t>
            </a:r>
          </a:p>
          <a:p>
            <a:r>
              <a:rPr sz="3800" b="1">
                <a:solidFill>
                  <a:srgbClr val="FFFFFF"/>
                </a:solidFill>
                <a:latin typeface="Calibri"/>
              </a:rPr>
              <a:t>VERIFICATION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8FB8F5"/>
                </a:solidFill>
                <a:latin typeface="Calibri"/>
              </a:rPr>
              <a:t>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14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Koushik Reddy</a:t>
            </a:r>
          </a:p>
          <a:p>
            <a:r>
              <a:rPr sz="1200" b="0">
                <a:solidFill>
                  <a:srgbClr val="8FB8F5"/>
                </a:solidFill>
                <a:latin typeface="Calibri"/>
              </a:rPr>
              <a:t>2620030503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402336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14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40233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Pranil</a:t>
            </a:r>
          </a:p>
          <a:p>
            <a:r>
              <a:rPr sz="1200" b="0">
                <a:solidFill>
                  <a:srgbClr val="8FB8F5"/>
                </a:solidFill>
                <a:latin typeface="Calibri"/>
              </a:rPr>
              <a:t>2620030513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14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P. Naga Sai Ajay</a:t>
            </a:r>
          </a:p>
          <a:p>
            <a:r>
              <a:rPr sz="1200" b="0">
                <a:solidFill>
                  <a:srgbClr val="8FB8F5"/>
                </a:solidFill>
                <a:latin typeface="Calibri"/>
              </a:rPr>
              <a:t>2620030516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493776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143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Y. Devi Harshini</a:t>
            </a:r>
          </a:p>
          <a:p>
            <a:r>
              <a:rPr sz="1200" b="0">
                <a:solidFill>
                  <a:srgbClr val="8FB8F5"/>
                </a:solidFill>
                <a:latin typeface="Calibri"/>
              </a:rPr>
              <a:t>2620030512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Guided by: Mr. Karteek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99B8-7B8E-F522-39CC-7E16761B6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94423-6D9A-9DDA-E8FB-0E5AB765AE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ACF22-CF9C-FF23-7F1E-1A24AAD1C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11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3BFCC-77F0-4632-924D-70D00F0C3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579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509C64-5D93-AE66-221D-667C46D05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8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68D53-9BF5-75BA-5FD4-59734F43A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9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E9820-0CF3-DA56-B0F2-A252D1D4D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85897-F922-9BF8-5967-7BA947A22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51E4C7-0B9A-5556-6734-053D6DAAC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4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EF4E1-776A-C858-AA9C-3A5EDEBD5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85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01C0D-32A7-2031-8F0E-EC546E32B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9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1E1C4-198C-CD5B-9166-8D96E869C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81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ACC17-BBAE-0487-F164-34C91D97F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92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E397A8-C8A4-D5F1-8D94-C0BF3BD19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4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</Words>
  <Application>Microsoft Office PowerPoint</Application>
  <PresentationFormat>Widescreen</PresentationFormat>
  <Paragraphs>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Gaddam koushik reddy</dc:creator>
  <cp:lastModifiedBy>Gaddam koushik reddy</cp:lastModifiedBy>
  <cp:revision>2</cp:revision>
  <dcterms:created xsi:type="dcterms:W3CDTF">2026-09-12T01:39:44Z</dcterms:created>
  <dcterms:modified xsi:type="dcterms:W3CDTF">2026-09-30T07:21:33Z</dcterms:modified>
</cp:coreProperties>
</file>